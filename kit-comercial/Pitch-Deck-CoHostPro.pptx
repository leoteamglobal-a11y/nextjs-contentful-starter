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Comisión mensual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8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prop.</c:v>
                  </c:pt>
                  <c:pt idx="1">
                    <c:v>3 prop.</c:v>
                  </c:pt>
                  <c:pt idx="2">
                    <c:v>5 prop.</c:v>
                  </c:pt>
                  <c:pt idx="3">
                    <c:v>10 prop.</c:v>
                  </c:pt>
                  <c:pt idx="4">
                    <c:v>20 prop.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</c:v>
                </c:pt>
                <c:pt idx="1">
                  <c:v>930</c:v>
                </c:pt>
                <c:pt idx="2">
                  <c:v>1550</c:v>
                </c:pt>
                <c:pt idx="3">
                  <c:v>3100</c:v>
                </c:pt>
                <c:pt idx="4">
                  <c:v>6200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118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 el concepto: ganar en Airbnb administrando propiedades de otros, sin invertir en inmuebles.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desde el lado del dueño: tienen el activo pero no el tiempo ni el know-how.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solución: co-hosting. Incentivos alineados con el dueño.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pasos claros. Enfatizar cero costo inicial y rapidez.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Servicio integral. Recalcar el reporte mensual transparente.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pitch central para inversionistas/socios: negocio de servicios, capital-ligero y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Escalabilidad: el mismo esfuerzo operativo por propiedad, ingresos que se multiplican. Cifras ilustrativas.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Diferenciadores y por qué el modelo es sólido.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planes. El del medio (Full Management) es el ancla recomendada.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llamado a la acción. Deja tu contacto real al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9F1239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4114800" cy="4114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CoHost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 ingresos con Airbnb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ser dueño de propiedades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Administramos propiedades de otros. Ellos ganan, nosotros cobramos comisión.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co-hosting profesional  ·  Propuesta de negocio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propiedades están vacías o mal gestionadas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Dueños sin tiempo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697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propiedades que podrían rentar en Airbnb, pero operarlas bien es un trabajo de tiempo completo.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es complejo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precios dinámicos, mensajes a toda hora, limpieza, check-ins e imprevistos.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983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manejo = menos dinero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5440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operación amateur significa baja ocupación, malas reseñas e ingresos perdidos.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convertimos en el co-host profesional de su propiedad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9748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su propiedad y cobra cada mes. Cero trabajo, cero estrés.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69748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todo de principio a fin y cobramos una comisión sobre lo generado.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69748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4108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alineados: entre más rinde la propiedad, más ganamos ambos.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simple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Firmamos un contrato de administración. El dueño mantiene el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93192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Optimizamos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descripción, precios dinámicos y calendario listos para reservar.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81228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1228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Huéspedes, check-in, limpieza y reseñas: todo lo manejamos nosotros.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6926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cada mes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264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recibe su depósito. Nosotros cobramos comisión sobre lo real.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inicial para el dueño  ·  Puesta en marcha en pocos días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el servicio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optimizado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profesionales, copy que vende y precios dinámicos.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huéspedes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924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mensajes 24/7, check-in y check-out.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mantenimiento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Coordinamos al equipo para dejar todo impecable.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reputación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Cuidamos cada reseña para subir el posicionamiento.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1772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inteligentes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tarifas por temporada y demanda.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total: ingresos, gastos y comisiones.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negocio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Ganamos una comisión sobre cada reserva. Sin inventario, sin deuda, sin ladrillos.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7947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67512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inicial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dueño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1832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955548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55548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de ingresos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comisión mensual al sumar propiedades (ejemplo: ~$310 de comisión por propiedad)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94560"/>
          <a:ext cx="10607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funciona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08483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5681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mínimo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663440" y="195681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compramos ni rentamos propiedades. Rentamos nuestro tiempo y experiencia.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18211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05409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alineados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ganamos si el dueño gana. Nuestro interés es maximizar sus reservas.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27939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15137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63440" y="415137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dueño suma ingresos sin sumar activos ni deuda.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37667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2486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real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63440" y="524865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y los viajes de trabajo mantienen la demanda de estancias cortas.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 y comisiones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y precios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reservas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9204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pPr indent="0" marL="0">
              <a:buNone/>
            </a:pPr>
            <a:r>
              <a:rPr lang="en-US" sz="1400" dirty="0">
                <a:solidFill>
                  <a:srgbClr val="FC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9204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Básico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Huéspedes 24/7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check-in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reseñas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5806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4108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Full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dedicada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profesional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lujo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9F123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tu negocio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co-hosting hoy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Consigue tus primeros dueños, demuestra resultados y escala sin comprar una sola propiedad.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tu evaluación gratis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CoHost Pro  ·  Contacto: 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2026-08-01T05:58:47Z</dcterms:created>
  <dcterms:modified xsi:type="dcterms:W3CDTF">2026-08-01T05:58:47Z</dcterms:modified>
</cp:coreProperties>
</file>