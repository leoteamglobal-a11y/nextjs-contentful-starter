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Comisión mensual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1182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prop.</c:v>
                  </c:pt>
                  <c:pt idx="1">
                    <c:v>3 prop.</c:v>
                  </c:pt>
                  <c:pt idx="2">
                    <c:v>5 prop.</c:v>
                  </c:pt>
                  <c:pt idx="3">
                    <c:v>10 prop.</c:v>
                  </c:pt>
                  <c:pt idx="4">
                    <c:v>20 prop.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310</c:v>
                </c:pt>
                <c:pt idx="1">
                  <c:v>930</c:v>
                </c:pt>
                <c:pt idx="2">
                  <c:v>1550</c:v>
                </c:pt>
                <c:pt idx="3">
                  <c:v>3100</c:v>
                </c:pt>
                <c:pt idx="4">
                  <c:v>6200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1182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 el concepto: ganar en Airbnb administrando propiedades de otros, sin invertir en inmuebles.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desde el lado del dueño: tienen el activo pero no el tiempo ni el know-how.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solución: co-hosting. Incentivos alineados con el dueño.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pasos claros. Enfatizar cero costo inicial y rapidez.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Servicio integral. Recalcar el reporte mensual transparente.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pitch central para inversionistas/socios: negocio de servicios, capital-ligero y escalable.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Escalabilidad: el mismo esfuerzo operativo por propiedad, ingresos que se multiplican. Cifras ilustrativas.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Diferenciadores y por qué el modelo es sólido.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planes. El del medio (Full Management) es el ancla recomendada.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llamado a la acción. Deja tu contacto real al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9F1239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4114800" cy="41148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 ingresos con Airbnb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ser dueño de propiedades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Administramos propiedades de otros. Ellos ganan, nosotros cobramos comisión.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co-hosting profesional  ·  Propuesta de negocio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propiedades están vacías o mal gestionadas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2240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Dueños sin tiempo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697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propiedades que podrían rentar en Airbnb, pero operarlas bien es un trabajo de tiempo completo.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es complejo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40690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precios dinámicos, mensajes a toda hora, limpieza, check-ins e imprevistos.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4983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manejo = menos dinero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5440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operación amateur significa baja ocupación, malas reseñas e ingresos perdidos.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convertimos en el co-host profesional de su propiedad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D1D5DB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697480"/>
            <a:ext cx="685800" cy="68580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4114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su propiedad y cobra cada mes. Cero trabajo, cero estrés.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D1D5DB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2697480"/>
            <a:ext cx="685800" cy="6858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9204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4114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Operamos todo de principio a fin y cobramos una comisión sobre lo generado.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21040" y="237744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D1D5DB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697480"/>
            <a:ext cx="685800" cy="68580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4108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41080" y="4114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alineados: entre más rinde la propiedad, más ganamos ambos.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simple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36576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Firmamos un contrato de administración. El dueño mantiene el control.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20116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93192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Optimizamos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0" y="36576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descripción, precios dinámicos y calendario listos para reservar.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37960" y="20116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81228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Operamos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12280" y="36576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Huéspedes, check-in, limpieza y reseñas: todo lo manejamos nosotros.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18320" y="20116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2240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69264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cada mes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92640" y="36576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recibe su depósito. Nosotros cobramos comisión sobre lo real.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inicial para el dueño  ·  Puesta en marcha en pocos días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 el servicio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210312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optimizado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profesionales, copy que vende y precios dinámicos.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1828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210312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huéspedes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49240" y="2377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Reservas, mensajes 24/7, check-in y check-out.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0" y="1828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41080" y="210312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mantenimiento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0" y="2377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Coordinamos al equipo para dejar todo impecable.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84048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730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y reputación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1148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Cuidamos cada reseña para subir el posicionamiento.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17720" y="3566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384048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3730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inteligentes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41148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Ajustamos tarifas por temporada y demanda.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12480" y="35661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F2937"/>
          </a:solidFill>
          <a:ln/>
        </p:spPr>
      </p:sp>
      <p:sp>
        <p:nvSpPr>
          <p:cNvPr id="24" name="Shape 22"/>
          <p:cNvSpPr/>
          <p:nvPr/>
        </p:nvSpPr>
        <p:spPr>
          <a:xfrm>
            <a:off x="8641080" y="3840480"/>
            <a:ext cx="320040" cy="3200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3730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0" y="41148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total: ingresos, gastos y comisiones.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negocio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Ganamos una comisión sobre cada reserva. Sin inventario, sin deuda, sin ladrillos.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inmuebles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24688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15-25%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79476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7960" y="24688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67512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inicial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dueño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418320" y="24688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9555480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55548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Proyección de ingresos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comisión mensual al sumar propiedades (ejemplo: ~$310 de comisión por propiedad)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2194560"/>
          <a:ext cx="10607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funciona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E2E8F0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2084832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95681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mínimo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663440" y="1956816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compramos ni rentamos propiedades. Rentamos nuestro tiempo y experiencia.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E2E8F0">
                <a:alpha val="6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182112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05409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alineados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054096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ganamos si el dueño gana. Nuestro interés es maximizar sus reservas.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E2E8F0">
                <a:alpha val="6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4279392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415137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63440" y="4151376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nuevo dueño suma ingresos sin sumar activos ni deuda.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E2E8F0">
                <a:alpha val="6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5376672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376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524865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real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663440" y="5248656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turismo y los viajes de trabajo mantienen la demanda de estancias cortas.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Planes y comisiones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383280" cy="4480560"/>
          </a:xfrm>
          <a:prstGeom prst="roundRect">
            <a:avLst>
              <a:gd name="adj" fmla="val 3784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comisión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43000" y="34747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y precios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reservas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0" y="1737360"/>
            <a:ext cx="3383280" cy="4480560"/>
          </a:xfrm>
          <a:prstGeom prst="roundRect">
            <a:avLst>
              <a:gd name="adj" fmla="val 3784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Management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92040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pPr indent="0" marL="0">
              <a:buNone/>
            </a:pPr>
            <a:r>
              <a:rPr lang="en-US" sz="1400" dirty="0">
                <a:solidFill>
                  <a:srgbClr val="FCE7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comisión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892040" y="34747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Básico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Huéspedes 24/7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check-in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reseñas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5806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737360"/>
            <a:ext cx="3383280" cy="4480560"/>
          </a:xfrm>
          <a:prstGeom prst="roundRect">
            <a:avLst>
              <a:gd name="adj" fmla="val 3784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41080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comisión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641080" y="34747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Full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dedicada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 profesional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lujo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9F1239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4114800" cy="41148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Empieza tu negocio de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co-hosting hoy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Consigue tus primeros dueños, demuestra resultados y escala sin comprar una sola propiedad.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463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tu evaluación gratis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CasaHost  ·  Contacto: 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2026-08-01T05:58:47Z</dcterms:created>
  <dcterms:modified xsi:type="dcterms:W3CDTF">2026-08-01T05:58:47Z</dcterms:modified>
</cp:coreProperties>
</file>